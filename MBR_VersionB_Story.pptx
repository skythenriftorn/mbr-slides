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84632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— 574 of 4,250 jobs (13.5%)  |  Baseline: 13.09D → Mar: 9.7D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179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— 399 of 4,689 jobs (8.5%)  |  Baseline: 11.33D → Mar: 12.8D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035040" y="749808"/>
            <a:ext cx="0" cy="155448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2423160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4320" y="2450592"/>
            <a:ext cx="5623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74320" y="2679192"/>
            <a:ext cx="562356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17920" y="2450592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679192"/>
            <a:ext cx="56692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35040" y="2423160"/>
            <a:ext cx="0" cy="438912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72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Review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Urban: 13.09D →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below 10D target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400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Rural: 11.33D →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Apr trending 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11.4D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400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7 ASCs stabilized by our team, handed off</a:t>
            </a:r>
            <a:endParaRPr lang="en-US" sz="8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57016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731520"/>
                <a:gridCol w="73152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457200" y="4690872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Review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492861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93 top-10 pending, 10.6D avg delay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640080" y="511149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53 top-10 pending, 17.4D avg delay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640080" y="529437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40080" y="547725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 Specialty Shop: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4008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Strategy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5836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REPAIR Framework: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65836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  Rank  |  Establish  |  Process  |  Amplify  |  Integrate  |  Redirect</a:t>
            </a:r>
            <a:endParaRPr lang="en-US" sz="700" dirty="0"/>
          </a:p>
        </p:txBody>
      </p:sp>
      <p:sp>
        <p:nvSpPr>
          <p:cNvPr id="30" name="Text 25"/>
          <p:cNvSpPr/>
          <p:nvPr/>
        </p:nvSpPr>
        <p:spPr>
          <a:xfrm>
            <a:off x="65836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10D target — once met, move to 8D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6583680" y="352958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Selecting new focus ASCs for handed-off accounts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6583680" y="371246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Engage: Doctor Maint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(37.0D)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Keisers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(30.9D)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6583680" y="38953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hold 10D, push to 8D by Q3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6583680" y="40782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11D by Q2, 10D by Q3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6400800" y="4352544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Strategy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6583680" y="459028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immediate escalation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6583680" y="477316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A-OK: 16 pending — accelerate scheduling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6583680" y="495604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Target: top-10 avg delay below 10D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RTAT — ASM Servicer Breakdown (Appendix)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Urban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10.0D (Mar)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C.J.J./TRISEC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 Electronics (HI)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 Ways (UT)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Telco Electronics (ID)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Lin's TV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15468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Rural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5468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12.6D (Mar)</a:t>
            </a:r>
            <a:endParaRPr lang="en-US" sz="8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 (KS)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A-Fix Service (WA/OR)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Maynard Appliance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Tiger Mechanical (AZ)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10896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Urban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17220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 (Mar)</a:t>
            </a:r>
            <a:endParaRPr lang="en-US" sz="8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 (IN)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Allen's TV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EXICOMM/Tony's TV (PA)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Blackies Inc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12648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918972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Rural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918972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13.0D (Mar)</a:t>
            </a:r>
            <a:endParaRPr lang="en-US" sz="800" dirty="0"/>
          </a:p>
        </p:txBody>
      </p:sp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8972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Appliance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Appl (AL)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Pye's Appliance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Medic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(NC)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914400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2026-04-07T22:16:56Z</dcterms:created>
  <dcterms:modified xsi:type="dcterms:W3CDTF">2026-04-07T22:16:56Z</dcterms:modified>
</cp:coreProperties>
</file>