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" y="73152"/>
            <a:ext cx="10972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Urban &amp; Rural RTAT — March Review / April Strategy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121889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594360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'25 Sep-Feb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Jan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Mar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Wks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94960" y="594360"/>
            <a:ext cx="32918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6" name="Text 3"/>
          <p:cNvSpPr/>
          <p:nvPr/>
        </p:nvSpPr>
        <p:spPr>
          <a:xfrm>
            <a:off x="5394960" y="59436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</a:t>
            </a:r>
            <a:endParaRPr lang="en-US" sz="9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841248"/>
          <a:ext cx="32918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40080"/>
                <a:gridCol w="64008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(IN)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 (FL)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 (WI)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Svc (NY)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 (FL)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961120" y="594360"/>
            <a:ext cx="310896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9" name="Text 5"/>
          <p:cNvSpPr/>
          <p:nvPr/>
        </p:nvSpPr>
        <p:spPr>
          <a:xfrm>
            <a:off x="8961120" y="594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9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61120" y="841248"/>
          <a:ext cx="3108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(VA)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(GA)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 Appliance (NC)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137160" y="2743200"/>
            <a:ext cx="502920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2" name="Text 7"/>
          <p:cNvSpPr/>
          <p:nvPr/>
        </p:nvSpPr>
        <p:spPr>
          <a:xfrm>
            <a:off x="137160" y="27432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Overview</a:t>
            </a:r>
            <a:endParaRPr lang="en-US" sz="90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2999232"/>
          <a:ext cx="42976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22960"/>
                <a:gridCol w="82296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Delay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Cool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 Days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4663440" y="2743200"/>
            <a:ext cx="365760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5" name="Text 9"/>
          <p:cNvSpPr/>
          <p:nvPr/>
        </p:nvSpPr>
        <p:spPr>
          <a:xfrm>
            <a:off x="4663440" y="27432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Strategy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4754880" y="301752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REPAIR framework — monthly reviews per ASC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Selecting new focus ASCs for handed-off accounts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Engage worsening: Keisers, Doctor Maint, Habersham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Redirect volume from non-improving ASCs
</a:t>
            </a:r>
            <a:pPr indent="0" marL="0">
              <a:buNone/>
            </a:pPr>
            <a:r>
              <a:rPr lang="en-US" sz="8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Urban: sustain sub-10D through Q2
</a:t>
            </a:r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Rural: 11D by Q2, 10D by Q3
</a:t>
            </a:r>
            <a:endParaRPr lang="en-US" sz="800" dirty="0"/>
          </a:p>
        </p:txBody>
      </p:sp>
      <p:sp>
        <p:nvSpPr>
          <p:cNvPr id="17" name="Shape 11"/>
          <p:cNvSpPr/>
          <p:nvPr/>
        </p:nvSpPr>
        <p:spPr>
          <a:xfrm>
            <a:off x="8595360" y="2743200"/>
            <a:ext cx="347472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8" name="Text 12"/>
          <p:cNvSpPr/>
          <p:nvPr/>
        </p:nvSpPr>
        <p:spPr>
          <a:xfrm>
            <a:off x="8595360" y="27432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Strategy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8686800" y="30175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Prioritize 244 No Cool cases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87 jobs 30+ days — escalation queue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Close Graham/Brown pending gap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ordering largest driver — supply chain coord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Target: reduce avg delay to under 10D
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137160" y="4846320"/>
            <a:ext cx="1188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ASCs stabilized and handed off | </a:t>
            </a:r>
            <a:pPr indent="0" marL="0">
              <a:buNone/>
            </a:pPr>
            <a:r>
              <a:rPr lang="en-US" sz="7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Scoreboard: Urban 55% WIN / Rural 42% WIN | </a:t>
            </a:r>
            <a:pPr indent="0" marL="0">
              <a:buNone/>
            </a:pPr>
            <a:r>
              <a:rPr lang="en-US" sz="7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4,250 Urban + 4,689 Rural claims tracked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Rural RTAT — Improvement Story</dc:title>
  <dc:subject>PptxGenJS Presentation</dc:subject>
  <dc:creator>Daniel Crafton</dc:creator>
  <cp:lastModifiedBy>Daniel Crafton</cp:lastModifiedBy>
  <cp:revision>1</cp:revision>
  <dcterms:created xsi:type="dcterms:W3CDTF">2026-04-07T21:09:05Z</dcterms:created>
  <dcterms:modified xsi:type="dcterms:W3CDTF">2026-04-07T21:09:05Z</dcterms:modified>
</cp:coreProperties>
</file>